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TO-220 트랜지스터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TO-220 트랜지스터 하단 리드부에 굽힘(bent lead) 결함이 명확히 관찰됨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C1211B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88%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C12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리드 굽힘 (중앙)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1211B"/>
                </a:solidFill>
                <a:latin typeface="Calibri"/>
              </a:rPr>
              <a:t>SEVERITY 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트랜지스터 본체 하단 중앙 리드부 (3개 핀 중 가운데)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 (리드 전체 길이 대비 약 30~40% 변형, 본체 부착부에서 안쪽으로 굽음)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중앙 리드가 본체 부착부에서 안쪽 방향으로 약 15~20° 굽혀져 있으며, 좌·우 양쪽 리드와의 정렬 간격이 비대칭임. 솔더링 시 패드 정렬 실패 또는 접촉 불량 위험.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91440" cy="21031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#2  리드 정렬 불량 (전체)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E69F00"/>
                </a:solidFill>
                <a:latin typeface="Calibri"/>
              </a:rPr>
              <a:t>SEVERITY  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하단 3개 리드 전반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 (3핀 간 좌우 간격이 표준치 대비 비대칭)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3개 리드의 끝단 위치가 좌우 비대칭이며 평행도가 불량함. PCB 삽입(THT) 시 홀 정합 실패 또는 솔더 브릿지 발생 가능성 존재.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자동 삽입(auto-insertion) 공정에서 과도한 굽힘 각도로 인한 누적 변형이 가장 흔한 원인. 리드 포밍 다이의 압력·각도 설정 오류, 본체 부착부 클램프 미흡 시 본체-굽힘점 사이 인장 응력이 해소되지 못하고 리드 변형 발생.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포밍 다이의 마모 및 도금 잔류물 축적으로 정밀도가 저하되면 리드 평행도와 좌우 대칭성이 무너짐. 픽앤플레이스 노즐의 진공압·그리퍼 압력이 표준치를 초과해도 운반 중 변형이 누적됨.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리드 프레임 자체의 열처리 편차나 도금층 두께 불균일로 인해 굽힘 강성이 일관되지 않으면 동일 공정 조건에서도 변형률이 산포됨. 특정 로트 단위 결함률 급증 시 1순위 의심 항목.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운반·보관 트레이 적재 단수 과다, 완충재 부족, 진동·낙하 등 외력 누적으로 인한 변형이 가능. 테이프 앤 릴 권취 텐션도 영향. 입고 검사 시 트레이별 샘플링으로 외부 인입 결함 식별 권장.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해당 트랜지스터는 자동 삽입 공정 투입 전 즉시 격리·재검사 (수동 교정 또는 폐기)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추가 샘플링 검사로 결함률 산출 (목표: 0.5% 이하)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리드 포밍 공정의 금형 압력·각도 파라미터 즉시 점검 및 캘리브레이션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운반·보관 트레이의 적재 단수 및 완충재 재검토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리드 포밍 공정 파라미터(압력·각도·클램프 토크) 즉시 캘리브레이션 및 SPC 관리도 도입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IPC-A-610 (Acceptability of Electronic Assemblies) — 리드 굽힘·정렬·코플래너리티 합부 기준 정의. Class 1/2/3 단계별 차등 적용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IPC J-STD-001 (Requirements for Soldered Electrical and Electronic Assemblies) — 솔더링 전 리드 형상 요구사항 규정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JEDEC JESD22 — 리드 정합성 및 기계적 응력 시험 규격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JEITA EIAJ ED-7306 — 반도체 패키지 리드 굽힘·평행도 측정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Taiwan Semiconductor AN-1005 — TO-220 패키지 마운팅·벤딩 작업 지침 (벤더 기술 문서)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9001 / IATF 16949 — 공정 변동 관리 및 측정 시스템 분석(MSA) 요구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https://www.ic-components.com/blog/IPC-A-610-Standard-for-Electroni...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https://eureka.patsnap.com/article/ipc-a-610-explained-the-gold-sta...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https://services.taiwansemi.com/storage/resources/application-note-...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https://fumaxtech.com/common-defect-causes-in-pcb-manufacturing-roo...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[05]  https://www.eprotos.com/pcb-blog/common-defects-in-pcb-assembly/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[06]  https://www.mvtec.com/company/research/datasets/mvtec-ad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[07]  https://image-ppubs.uspto.gov/dirsearch-public/print/downloadPdf/62...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[08]  https://image-ppubs.uspto.gov/dirsearch-public/print/downloadPdf/55...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