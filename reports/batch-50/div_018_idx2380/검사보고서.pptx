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목재 표면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목재 표면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원목 절단·가공 시 옹이(knot) 위치 미고려 → 등급 강등. 건조(seasoning) 속도 부적절로 split(분리)·warping(휨).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절단 톱 마모로 표면 거칠기 증가. 건조 챔버 온도·습도 편차로 균열 위험.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수종·생장 환경에 따라 옹이·수지(resin)·marrow(수심) 자연 결함 발생. blue stain(곰팡이성 청변)은 베어낸 직후 관리 부실.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저장 중 곰팡이·곤충 침입으로 stain·hole. 습도 변화로 후속 균열 진행.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딥러닝 기반 등급 자동 판정 시스템 도입 (Live/Dead knot 구분)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건조 공정 SOP 표준화 (수종별 프로파일)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NHLA Rules — North American Hardwood Lumber Association 등급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EN 942 — 유럽 활엽수 등급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4474 — 목재 결함 용어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JAS 산림청 — 한국 목재 등급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Clear / Select / Common / 1F 등 등급별 결함 허용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https://www.lordfloor.com/oak-wood-grading/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https://bioresources.cnr.ncsu.edu/resources/review-of-the-current-s...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https://www.vision-systems.com/factory/manufacturing/article/142912...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https://www.cypressinfo.org/wp-content/uploads/2023/03/NHLA-Cypress...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