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스크류 (Fastener)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스크류 (Fastener) 표본 — 외관 검사상 특이 결함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검사 이미지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4E7A52"/>
                </a:solidFill>
                <a:latin typeface="Calibri"/>
              </a:rPr>
              <a:t>특이 결함이 검출되지 않았습니다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나사산 절삭(rolling/cutting)의 다이 마모로 thread 손상·burr 발생. 머리 성형(heading) 압력 부족 시 균열.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전조 다이 정밀도 저하로 나사산 깊이·각도 산포. 도금조 농도·온도 변동으로 코팅 두께 불균일.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강재 carbon 함량·인장강도 산포로 머리 균열 또는 비틀림 강도 부족. 도금 박리(peeling)는 표면 산화 잔류 시 발생.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운반 중 모서리 충돌로 머리부 dent. 저장 습도 부적절 시 도금층 변색·녹.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정상 표본 데이터베이스에 추가 (학습용)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주기적 SPC 모니터링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외관 외 기능 시험(필요 시) 병행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AOI에 딥러닝 결함 분류기 도입 (thread damage, burr, dent)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도금조 자동 농도 제어 + 두께 인라인 측정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898-1 — 볼트·스크류 기계적 성질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965-1 — 일반 나사 공차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10683 — 비전해 도금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4042:2022 — 패스너 전해 도금 (최신 개정)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F606 — 패스너 시험 방법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ASME B18.2.1 — 볼트·스크류 치수 요구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https://www.cnclathing.com/guide/threaded-fastener-types-manufactur...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https://www.wanhong-fastener.com/screw-quality-inspection-whole-pro...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https://switchon.io/ai-powered-fastener-inspection/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https://finishingandcoating.com/index.php/plating/1203-iso-4042-202...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