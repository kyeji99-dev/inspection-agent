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비표준 검사 대상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비표준 검사 대상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비정형 제품(handcrafted decorative/food items)은 수작업 공정의 사람 의존도가 높아 결함률 산포 큼.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성형·코팅 도구 마모도가 결과물 표면 품질에 직결. 자동화 도입 여지 큼.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천연 재료(견과·돌·수공예 원료)는 원재 특성 자체에 큰 산포. 입고검사 강화 필요.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저장·운반 중 외력·습도로 표면 손상. 디스플레이용 제품은 광노출 변색도 고려.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맞춤형 데이터 수집 + 라벨링 (정상/결함 각 100장)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프로토타입 ML 모델 구축 (transfer learning)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2859-1 — AQL 일반 샘플링 (Critical/Major/Minor)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9001 — 일반 품질 경영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AQL 1.5 (Major) / 4.0 (Minor) — 소매 디스플레이용 표준 적용 케이스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E2210 — 일반 외관 검사 가이드라인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https://www.mvtec.com/company/research/datasets/mvtec-ad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https://www.softwebsolutions.com/surface-defect-detection/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