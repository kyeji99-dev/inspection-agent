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QUALITY INSPECTION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세라믹 타일 검사 결과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세라믹 타일 표본 — 외관 검사상 특이 결함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Inspection Date  2026.05.21   ·   AI Vision Inspection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01  ·  INSPECTION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검사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OVERALL 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4E7A52"/>
                </a:solidFill>
                <a:latin typeface="Calibri"/>
              </a:rPr>
              <a:t>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DEFECTS 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85%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7132320" cy="45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71323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66680"/>
                </a:solidFill>
                <a:latin typeface="Calibri"/>
              </a:rPr>
              <a:t>▲ 검사 이미지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02  ·  DEFECT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결함 상세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4E7A52"/>
                </a:solidFill>
                <a:latin typeface="Calibri"/>
              </a:rPr>
              <a:t>특이 결함이 검출되지 않았습니다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03  ·  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근본 원인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66680"/>
                </a:solidFill>
                <a:latin typeface="Calibri"/>
              </a:rPr>
              <a:t>웹 검색을 통해 자동 수집된 산업 표준 기반 분석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공정 요인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성형(pressing) 압력 불균일, 유약(glaze) 도포 두께 산포로 표면 결함. 소성(firing) 온도 프로파일 이상 시 균열(crazing)·변색 발생.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설비 요인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프레스 다이 마모로 가장자리 chip. 가마(kiln) 내 위치별 온도 편차. 유약 분사 노즐 막힘으로 얼룩.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재료 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점토 배합 비율 산포로 수축률 차이 → 균열. 유약 슬러리 농도 변화로 광택·색조 변동. 안료 분산 불균일.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환경 요인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건조실 습도 관리 실패 시 균열 위험. 포장·운반 중 충격으로 chip·crack 발생.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04  · 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권고 조치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745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동일 로트 정상 표본 데이터베이스에 추가 (학습용)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889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주기적 SPC 모니터링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7033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외관 외 기능 시험(필요 시) 병행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6177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AOI 시스템에 딥러닝 기반 색상·구조 결함 분류기 도입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5321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프레스 다이 마모 자동 측정 시스템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ADCFC"/>
                </a:solidFill>
                <a:latin typeface="Calibri"/>
              </a:rPr>
              <a:t>05  · 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참고 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산업 표준 · 본 검사 보고서의 근거 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INDUSTRY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ISO 10545-2 — 세라믹 타일 표면 품질 측정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ANSI A137.1 — Standards for Ceramic Tile (북미)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ISO 13006 — 세라믹 타일 분류 및 사양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EN 14411 — 유럽 세라믹 타일 표준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검사 조명 표준: 300 lux, 1m 거리, 수직 배치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WEB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[01]  https://www.process.st/templates/ceramic-tile-quality-control-check...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[02]  https://tcnatile.com/wp-content/uploads/2022/08/Examination-of-Tile...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[03]  https://www.sciencedirect.com/science/article/abs/pii/S027288422201...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[04]  https://arxiv.org/pdf/0906.3770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