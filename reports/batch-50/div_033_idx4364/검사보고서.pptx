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QUALITY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유리병 검사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유리병 표본 — 외관 검사상 특이 결함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Inspection Date  2026.05.21   ·   AI Vision Inspection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01  ·  INSPECTION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검사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OVERALL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4E7A52"/>
                </a:solidFill>
                <a:latin typeface="Calibri"/>
              </a:rPr>
              <a:t>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DEFECTS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85%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13232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66680"/>
                </a:solidFill>
                <a:latin typeface="Calibri"/>
              </a:rPr>
              <a:t>▲ 검사 이미지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02  ·  DEFECT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결함 상세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4E7A52"/>
                </a:solidFill>
                <a:latin typeface="Calibri"/>
              </a:rPr>
              <a:t>특이 결함이 검출되지 않았습니다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03  · 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근본 원인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66680"/>
                </a:solidFill>
                <a:latin typeface="Calibri"/>
              </a:rPr>
              <a:t>웹 검색을 통해 자동 수집된 산업 표준 기반 분석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공정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blow molding 압력·온도 산포로 두께 불균일·neck 변형. annealing(소성 풀림) 부적절 시 잔류 응력으로 균열 위험.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설비 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금형 마모로 mold seam 결함. 가마(furnace) 온도 편차로 stone(미용융 원료) 혼입.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재료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원료 cullet(파유리) 이물 혼입으로 stone·bubble. 산화제·청정제 비율 부적절 시 색상 변동.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환경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냉각 속도 부적절로 미세 균열(fine crack). 운반 중 충격으로 chip·crack.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04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권고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동일 로트 정상 표본 데이터베이스에 추가 (학습용)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주기적 SPC 모니터링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외관 외 기능 시험(필요 시) 병행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AOI에 multi-angle 카메라 도입 — 모든 면 검사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annealing 라인 온도 프로파일 SCADA 모니터링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Calibri"/>
              </a:rPr>
              <a:t>05  ·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산업 표준 · 본 검사 보고서의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INDUSTRY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7458 — 유리병 내압 시험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ASTM C148 — 내부 응력 측정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FDA 21 CFR Part 177 — 식품 접촉 용기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EN 14807 — 유리 용기 결함 측정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neck/rim 결함 기준: 돌출 0.2mm 이상, mould seam 0.5mm 이상 = 결함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WEB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[01]  https://www.linkedin.com/pulse/glass-bottle-appearance-defects-insp...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[02]  https://www.richmondcontainers.com/b/glass-packaging-defects-and-ho...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[03]  https://glassypack.com/index.php/2024/08/30/quality-control-in-glas...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[04]  https://www.glass-ts.com/news/7-types-of-glass-defects/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