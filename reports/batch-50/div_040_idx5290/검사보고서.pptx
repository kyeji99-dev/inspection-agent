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캡슐 (Capsule)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캡슐 (Capsule)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capsule filling 공정의 분말 흐름성 부족으로 fill weight 산포(under/over). cap-body 결합(joining) 부정확으로 telescoping 또는 open cap.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filling 머신의 dosator 마모로 weight 산포. 인쇄 롤러 잉크 농도 변동으로 print 결함.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gelatin/HPMC shell의 두께·습도 산포로 dent·crush. 색소 분산 불균일로 shade variation.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고온·고습 노출 시 shell 변형·녹음. 정전기로 분말 부착 → fill weight 오차.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AOI 시스템에 딥러닝 결함 분류기 (faulty_imprint, telescoping, color spot)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Real-time 분말 흐름성 모니터링 + 자동 보정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USP &lt;711&gt; Dissolution — 용출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USP &lt;905&gt; Uniformity of Dosage Units — 함량 균일성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21 CFR Part 211 — cGMP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ICH Q7/Q9/Q10 — 의약품 품질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AQL 분류: Critical(중량·이물), Major(telescopic·denting), Minor(색차·인쇄 약함)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https://sedpharma.com/news-events/how-does-a-capsule-inspection-sys...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https://www.pharmaguideline.com/2014/06/sop-for-acceptable-quality-...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https://image-ppubs.uspto.gov/dirsearch-public/print/downloadPdf/41...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https://www.cognex.com/en/applications/automated-defect-detection/p...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