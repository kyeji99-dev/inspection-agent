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TO-220 트랜지스터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TO-220 트랜지스터 — 리드 굽힘 (중앙)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C1211B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C1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리드 굽힘 (중앙)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1211B"/>
                </a:solidFill>
                <a:latin typeface="Calibri"/>
              </a:rPr>
              <a:t>SEVERITY 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본체 하단 중앙 리드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본체 하단 중앙 리드에 리드 굽힘 (중앙) 결함 관찰. 중앙 리드 굽힘 명확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리드 포밍(lead forming) 다이의 압력·각도 설정 오류, 자동 삽입(auto-insertion) 시 과도한 굽힘 누적이 가장 흔한 원인. 본체-굽힘점 클램프 부족 시 인장 응력 해소 실패.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포밍 다이 마모 및 도금 잔류물 축적으로 정밀도 저하. 픽앤플레이스 노즐 진공압·그리퍼 압력 과다 시 운반 중 변형 누적.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리드 프레임 열처리 편차, 도금층 두께 불균일로 굽힘 강성이 일관되지 않음. 로트 단위 결함률 급증 시 1순위 의심.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트레이 적재 단수 과다, 완충재 부족, 진동·낙하 등 외력 누적. 테이프 앤 릴 권취 텐션도 영향.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리드 굽힘 (중앙)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리드 포밍 파라미터(압력·각도·클램프 토크) 캘리브레이션 및 SPC 관리도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포밍 후 자동 코플래너리티 측정 장비 도입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IPC-A-610 (Acceptability of Electronic Assemblies) — 리드 굽힘·정렬·코플래너리티 합부 기준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IPC J-STD-001 — 솔더링 전 리드 형상 요구사항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JEDEC JESD22 — 리드 정합성 및 기계적 응력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JEITA EIAJ ED-7306 — 반도체 패키지 리드 굽힘·평행도 측정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Taiwan Semiconductor AN-1005 — TO-220 마운팅·벤딩 작업 지침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https://www.ic-components.com/blog/IPC-A-610-Standard-for-Electroni...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https://services.taiwansemi.com/storage/resources/application-note-...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https://image-ppubs.uspto.gov/dirsearch-public/print/downloadPdf/62...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https://www.mvtec.com/company/research/datasets/mvtec-ad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