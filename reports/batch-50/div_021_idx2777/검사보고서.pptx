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카펫 (직물)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카펫 (직물) — 검은 실 / cut 결함 검출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C1211B"/>
                </a:solidFill>
                <a:latin typeface="Calibri"/>
              </a:rP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82%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AI 검출 결함 영역 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91440" cy="2103120"/>
          </a:xfrm>
          <a:prstGeom prst="rect">
            <a:avLst/>
          </a:prstGeom>
          <a:solidFill>
            <a:srgbClr val="C1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#1  검은 실 / cut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1211B"/>
                </a:solidFill>
                <a:latin typeface="Calibri"/>
              </a:rPr>
              <a:t>SEVERITY  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위치: 좌측 수직선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크기: 중간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9377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좌측 수직선에 검은 실 / cut 결함 관찰. 검은 이물 실 또는 weft 결함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직조(weaving) 공정의 셔틀 동작 불량으로 broken weft(끊긴 가로실), double pick(이중 위입). 정련·염색 공정의 농도 산포로 색차.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직조기 텐션 균일도 부족으로 nep(매듭), float(부유사). 염색조 순환 불균일로 색반점.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원사 강도 산포로 broken end(끊긴 세로실). 염료 분산 불균일로 stain(얼룩)·shade variation.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고온·고습 환경에서 정전기로 인한 실 흐트러짐. 운반 중 외력으로 hole·crease.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검은 실 / cut 검출 표본 즉시 격리 + 재검사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100개 샘플 확대 검사로 결함률 산출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공정 파라미터 점검 (research 권고 항목 참조)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직조기에 결함 자동 검출 카메라 설치 (broken weft 검출)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원사 입고 시 강도 균일도 인증서 수령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ASTM D3990-12 — 직물 결함 용어 표준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ASTM D2367-65 — 직물 결함 정의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2859-1 — AQL 샘플링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Four-Point System — 결함 길이별 penalty point (3in 이하 1점 ~ 9in 초과 4점)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9001 — 품질 경영 (전반)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https://www.intouch-quality.com/blog/5-common-fabric-defects-prevent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https://www.testextextile.com/application-of-artificial-intelligenc...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https://www.ncbi.nlm.nih.gov/pmc/articles/PMC9571054/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https://www.onlineclothingstudy.com/2019/02/classification-of-fabri...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