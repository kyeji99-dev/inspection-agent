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칫솔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칫솔 — 심한 오염 / 사용흔 (bristle)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C1211B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C1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심한 오염 / 사용흔 (bristle)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1211B"/>
                </a:solidFill>
                <a:latin typeface="Calibri"/>
              </a:rPr>
              <a:t>SEVERITY 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bristle 전체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bristle 전체 영역에 심한 오염 / 사용흔 (bristle) 결함 관찰. 황색·갈색 오염 다수 — 사용 흔적 추정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tufting(스테이플링) 공정의 핀 정렬 불량으로 bristle 분포 불균일. 핸들 사출(injection) 압력 산포로 변형.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tufting 머신의 노즐 또는 픽업 핑거 마모. 절단(trimming) 칼날 마모로 bristle 길이 산포.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원사(filament) 강도·직경 산포로 bristle 강성 차이. 핸들 플라스틱 흐름성(MFI) 변동으로 사출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사용 중 압력·세제·온수 노출로 bristle 변형·변색 (제조 결함과 구별 필요).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심한 오염 / 사용흔 (bristle)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딥러닝 기반 bristle 결함 분류 (uneven tufting, bent bristle, foreign object)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Tufting 핀 교체 주기 단축 + 마모도 자동 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22254 — 칫솔 bristle 보유 강도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20126 — 수동 칫솔 일반 요구사항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ADA Seal of Acceptance — 미국 치과의사회 인증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— 의료기기 일반 규제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https://oralgos.co.uk/2026/03/06/toothbrush-manufacturing-quality-c...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https://www.sciencedirect.com/science/article/pii/S2212827123004110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https://switchon.io/ai-powered-tooth-brush-inspection/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https://www.cognex.com/industries/consumer-products/packaging/tooth...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