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T-nut (4-prong)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T-nut (4-prong) — 표면 손상/얼룩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E69F00"/>
                </a:solidFill>
                <a:latin typeface="Calibri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표면 손상/얼룩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E69F00"/>
                </a:solidFill>
                <a:latin typeface="Calibri"/>
              </a:rPr>
              <a:t>SEVERITY 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상면 중앙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상면 중앙에 표면 손상/얼룩 결함 관찰. 상면에 얼룩·미세 손상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프레스 성형(cold heading) 또는 절삭 공정의 공구 마모로 표면 거칠기·버 발생. 도금 전 세척 불량으로 잔류물이 표면 결함을 유발.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프레스 다이의 윤활 부족, 자동 이송 컨베이어의 모서리 충돌로 인한 스크래치. 도금조 거동 불균일로 코팅 두께 산포.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원재(steel rod) 표면 산화·녹·이물 → 후공정에서 결함으로 노출. 강재 강도 산포로 성형 균열.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운반·보관 중 다발성 마찰로 미세 스크래치 누적. 습도 관리 실패 시 도금층 변색·녹.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표면 손상/얼룩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스크래치 깊이 한계치 SOP 명문화 (예: 5mm 이상 = Major)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프레스 공구 교체 주기 단축 (현행 대비 -20%)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A480 — 강재 표면 스크래치 최대 허용 깊이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4287 — 표면 거칠기 파라미터 (Ra, Rz 등)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B117 / ISO 9227 — 염수분무시험 (도금 내식성, 48~168시간)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2859-1 — AQL 샘플링 검사 (Critical/Major/Minor)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898-1 — 강도등급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https://www.xinchi-industry.com/news/t-nut-manufacturing-strength-q...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https://metalzenith.com/blogs/defects-inspection-testing-terms/fric...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https://www.mdmetals.com/2025/05/18/diagnosing-steel-surface-defects/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https://www.ncbi.nlm.nih.gov/pmc/articles/PMC9784605/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