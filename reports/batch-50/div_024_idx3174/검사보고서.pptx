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QUALITY INSPECTION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가죽 검사 결과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가죽 표본 — 외관 검사상 특이 결함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Inspection Date  2026.05.21   ·   AI Vision Inspection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01  ·  INSPECTION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검사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OVERALL 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4E7A52"/>
                </a:solidFill>
                <a:latin typeface="Calibri"/>
              </a:rPr>
              <a:t>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DEFECTS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85%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7132320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7132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66680"/>
                </a:solidFill>
                <a:latin typeface="Calibri"/>
              </a:rPr>
              <a:t>▲ 검사 이미지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02  ·  DEFECT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결함 상세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4E7A52"/>
                </a:solidFill>
                <a:latin typeface="Calibri"/>
              </a:rPr>
              <a:t>특이 결함이 검출되지 않았습니다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03  · 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근본 원인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66680"/>
                </a:solidFill>
                <a:latin typeface="Calibri"/>
              </a:rPr>
              <a:t>웹 검색을 통해 자동 수집된 산업 표준 기반 분석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공정 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무두질(tanning) 공정의 화학약품 분산 불균일로 색차·반점. 다림질·표면 처리 공정의 압력 산포로 grain 패턴 손상.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설비 요인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tanning drum 회전 불균일로 처리 정도 차이. 표면 spraying 노즐 막힘으로 코팅 얼룩.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재료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원피(hide)의 생장 흠집(scar, insect bite, wrinkle) 자연 결함. 같은 동물 부위별 두께·결 차이.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환경 요인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건조 환경 습도 부적절로 갈라짐. 저장 중 곰팡이·해충 침입으로 변색.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04  · 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권고 조치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745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동일 로트 정상 표본 데이터베이스에 추가 (학습용)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88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주기적 SPC 모니터링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033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외관 외 기능 시험(필요 시) 병행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6177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딥러닝 기반 표면 결함 자동 분류 시스템 도입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5321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공급사별 결함률 정량 관리 + 상위 공급사 우대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ADCFC"/>
                </a:solidFill>
                <a:latin typeface="Calibri"/>
              </a:rPr>
              <a:t>05  ·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참고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산업 표준 · 본 검사 보고서의 근거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INDUSTRY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2859-1 (ANSI/ASQ Z1.4) — AQL 샘플링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17131 — 가죽 결함 용어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14931 — 가죽 등급 분류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D65 표준 광원 박스 — 색차 평가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BS 6453 — 가죽 표면 결함 측정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WEB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[01]  https://hoplokleather.com/leather-belt-quality-control-defects-chec...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[02]  https://cityexplorershoe.com/understanding-leather-defects-in-shoe-...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[03]  https://www.tradeaiders.com/leather-shoes-qc-setting-aql-standards-...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[04]  https://encyclopedia.pub/entry/25880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