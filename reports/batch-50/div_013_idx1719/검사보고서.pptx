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세라믹 타일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세라믹 타일 — 어두운 패치 (얼룩/오일) 결함 검출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E69F00"/>
                </a:solidFill>
                <a:latin typeface="Calibri"/>
              </a:rPr>
              <a:t>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82%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AI 검출 결함 영역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1440" cy="210312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#1  어두운 패치 (얼룩/오일)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E69F00"/>
                </a:solidFill>
                <a:latin typeface="Calibri"/>
              </a:rPr>
              <a:t>SEVERITY 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위치: 좌하단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크기: 중간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좌하단에 어두운 패치 (얼룩/오일) 결함 관찰. 어두운 결함 영역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성형(pressing) 압력 불균일, 유약(glaze) 도포 두께 산포로 표면 결함. 소성(firing) 온도 프로파일 이상 시 균열(crazing)·변색 발생.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프레스 다이 마모로 가장자리 chip. 가마(kiln) 내 위치별 온도 편차. 유약 분사 노즐 막힘으로 얼룩.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점토 배합 비율 산포로 수축률 차이 → 균열. 유약 슬러리 농도 변화로 광택·색조 변동. 안료 분산 불균일.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건조실 습도 관리 실패 시 균열 위험. 포장·운반 중 충격으로 chip·crack 발생.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어두운 패치 (얼룩/오일) 검출 표본 즉시 격리 + 재검사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100개 샘플 확대 검사로 결함률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공정 파라미터 점검 (research 권고 항목 참조)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AOI 시스템에 딥러닝 기반 색상·구조 결함 분류기 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프레스 다이 마모 자동 측정 시스템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10545-2 — 세라믹 타일 표면 품질 측정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ANSI A137.1 — Standards for Ceramic Tile (북미)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13006 — 세라믹 타일 분류 및 사양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EN 14411 — 유럽 세라믹 타일 표준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검사 조명 표준: 300 lux, 1m 거리, 수직 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https://www.process.st/templates/ceramic-tile-quality-control-check...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https://tcnatile.com/wp-content/uploads/2022/08/Examination-of-Tile...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https://www.sciencedirect.com/science/article/abs/pii/S027288422201...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https://arxiv.org/pdf/0906.3770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