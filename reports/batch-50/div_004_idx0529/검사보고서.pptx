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정제 (Pill)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정제 (Pill) — 표면 반점 (contamination)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표면 반점 (contamination)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전면 분산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전면 분산 분포에 표면 반점 (contamination) 결함 관찰. 붉은 반점 다수 — 코팅·원료 분산 의심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타정(tableting) 공정의 압력 변동, 코팅 분사 불균일로 인한 표면 얼룩·반점. 식별 인쇄(엠보싱·잉크) 정렬 오류로 인쇄 결함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타정기 펀치·다이 마모로 가장자리 결손(chip). 코팅 팬 회전속도·온도 산포. 인쇄 롤러 잉크 부족 또는 노즐 막힘.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원료 분말 입도 분포 산포로 압축 강도 변동. 색소 분산 불균일로 표면 변색·반점. 코팅액 점도 변화.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제조실 습도 관리 실패 시 흡습으로 인한 변형·변색. 저장 중 빛 노출로 활성 성분 분해 가능.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표면 반점 (contamination)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라인에 딥러닝 결함 분류 모델 도입 (cGMP 검증 완료 모델 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타정기 펀치 마모도 자동 측정 (교체 주기 데이터화)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&lt;1216&gt; Tablet Friability — 마모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&lt;701&gt; Disintegration — 붕해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211 — Current Good Manufacturing Practice (cGMP)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ICH Q7 / Q9 / Q10 — 의약품 품질 가이드라인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Draft Guidance on AI for Drug Manufacturing (2025-01)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https://www.cognex.com/en/applications/automated-defect-detection/p...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https://intuitionlabs.ai/articles/computer-vision-in-pharmaceutical...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https://www.overview.ai/blog/tablet-defects-manufacturing/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https://www.pharmtech.com/view/black-specks-tablet-stability-samples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