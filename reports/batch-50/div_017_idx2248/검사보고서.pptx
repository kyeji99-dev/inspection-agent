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헤이즐넛 (가공식품)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헤이즐넛 (가공식품) — 외피 결정성 얼룩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4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외피 결정성 얼룩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E7A52"/>
                </a:solidFill>
                <a:latin typeface="Calibri"/>
              </a:rPr>
              <a:t>SEVERITY  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하단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하단에 외피 결정성 얼룩 결함 관찰. 결정성 광택 (수분/곰팡이 의심)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탈각(cracking) 공정의 압력 과다로 알맹이 손상 또는 외피 chip. 건조(roasting) 온도·시간 산포로 변색·균열.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탈각기 롤러 간격 불균일로 크기별 손상률 차이. 선별 컨베이어의 마찰로 외피 손상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수확 시 곰팡이 감염(Aspergillus flavus 등)으로 내부 변색·아플라톡신 위험. 미성숙 수확 또는 과숙으로 외피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 습도 부적절 시 곰팡이 번식 → 외피 검은 반점·내부 부패. 해충(insect) 침입으로 구멍·내부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외피 결정성 얼룩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비전 선별기에 딥러닝 기반 곰팡이 검출 모델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수확 후 즉시 건조 처리 SOP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USDA Hazelnut Grading Standard (1,000~3,000g 샘플)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Codex Alimentarius CXS 226 — 견과류 식품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EU Regulation 2023/915 — 아플라톡신 최대 한계치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22000 — 식품 안전 관리 시스템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110 — 식품 공장 GMP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https://ucfoodsafety.ucdavis.edu/sites/g/files/dgvnsk7366/files/inl...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https://www.ncbi.nlm.nih.gov/pmc/articles/PMC9175146/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https://www.ncbi.nlm.nih.gov/pmc/articles/PMC9014268/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https://wcngg.com/2025/05/09/what-your-grade-sheet-may-not-be-telli...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