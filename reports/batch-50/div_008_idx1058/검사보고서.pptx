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지퍼 (Zipper)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지퍼 (Zipper)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이빨(teeth) 사출 또는 부착 공정의 온도·압력 산포로 정렬 결함. 직물 테이프 짜기 공정에서 텐션 불균일로 폭 산포.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이빨 부착 다이 마모 또는 정렬 어긋남. 직조기의 셔틀 동작 불량으로 솔기 두께 차이.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원사·이빨 원재의 강도 산포. 코팅 도금 두께 불균일로 외관 차이. 슬라이더(pull) 도금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고온·고습 환경에서 직물 수축으로 이빨 간격 변화. 운반 중 마찰로 코팅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이빨 결손 자동 카운팅 비전 시스템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직조기 텐션 센서 실시간 모니터링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BS EN 16732:2015 — Zipper 일반 요구사항 (BS3084 대체)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D2061 — 지퍼 강도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B117 — 부식 시험 (염수분무, 금속 이빨 도금)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22774 — 내구 사이클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 (Critical/Major/Minor)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D3990-12 — 직물 결함 용어 표준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https://www.slikzips.com/testing-standards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https://tetrainspection.com/textile-garment-inspection/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https://webstore.ansi.org/standards/astm/astmd206103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https://lenzip.com/how-to-read-zipper-spec-sheets/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