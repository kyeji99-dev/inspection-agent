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카펫 (직물)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카펫 (직물) 표본 — 외관 검사상 특이 결함 없음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4E7A52"/>
                </a:solidFill>
                <a:latin typeface="Calibri"/>
              </a:rPr>
              <a:t>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85%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검사 이미지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1">
                <a:solidFill>
                  <a:srgbClr val="4E7A52"/>
                </a:solidFill>
                <a:latin typeface="Calibri"/>
              </a:rPr>
              <a:t>특이 결함이 검출되지 않았습니다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직조(weaving) 공정의 셔틀 동작 불량으로 broken weft(끊긴 가로실), double pick(이중 위입). 정련·염색 공정의 농도 산포로 색차.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직조기 텐션 균일도 부족으로 nep(매듭), float(부유사). 염색조 순환 불균일로 색반점.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원사 강도 산포로 broken end(끊긴 세로실). 염료 분산 불균일로 stain(얼룩)·shade variation.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고온·고습 환경에서 정전기로 인한 실 흐트러짐. 운반 중 외력으로 hole·crease.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정상 표본 데이터베이스에 추가 (학습용)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주기적 SPC 모니터링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외관 외 기능 시험(필요 시) 병행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직조기에 결함 자동 검출 카메라 설치 (broken weft 검출)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원사 입고 시 강도 균일도 인증서 수령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D3990-12 — 직물 결함 용어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ASTM D2367-65 — 직물 결함 정의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2859-1 — AQL 샘플링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Four-Point System — 결함 길이별 penalty point (3in 이하 1점 ~ 9in 초과 4점)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9001 — 품질 경영 (전반)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https://www.intouch-quality.com/blog/5-common-fabric-defects-prevent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https://www.testextextile.com/application-of-artificial-intelligenc...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https://www.ncbi.nlm.nih.gov/pmc/articles/PMC9571054/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https://www.onlineclothingstudy.com/2019/02/classification-of-fabri...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